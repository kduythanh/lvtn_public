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704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120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184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77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7809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415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519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959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413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1980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008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71621-A64F-49FC-8935-9AD380F80E99}" type="datetimeFigureOut">
              <a:rPr lang="vi-VN" smtClean="0"/>
              <a:t>18-12-2025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A6BFC-F828-459D-8142-CD2B2E4594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150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548639" y="398318"/>
            <a:ext cx="10228208" cy="4879140"/>
            <a:chOff x="290945" y="564574"/>
            <a:chExt cx="10228208" cy="4879140"/>
          </a:xfrm>
        </p:grpSpPr>
        <p:sp>
          <p:nvSpPr>
            <p:cNvPr id="4" name="Rounded Rectangle 3"/>
            <p:cNvSpPr/>
            <p:nvPr/>
          </p:nvSpPr>
          <p:spPr>
            <a:xfrm>
              <a:off x="290945" y="957263"/>
              <a:ext cx="3881005" cy="4486275"/>
            </a:xfrm>
            <a:prstGeom prst="roundRect">
              <a:avLst>
                <a:gd name="adj" fmla="val 5275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462148" y="957262"/>
              <a:ext cx="3057005" cy="4486275"/>
            </a:xfrm>
            <a:prstGeom prst="roundRect">
              <a:avLst>
                <a:gd name="adj" fmla="val 5275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871085" y="2714625"/>
              <a:ext cx="1835944" cy="785813"/>
            </a:xfrm>
            <a:prstGeom prst="roundRect">
              <a:avLst>
                <a:gd name="adj" fmla="val 5275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reCAPTCHA</a:t>
              </a:r>
              <a:endParaRPr 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71085" y="4300536"/>
              <a:ext cx="1835944" cy="785813"/>
            </a:xfrm>
            <a:prstGeom prst="roundRect">
              <a:avLst>
                <a:gd name="adj" fmla="val 5275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Google Maps API</a:t>
              </a:r>
              <a:endParaRPr 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Arrow Connector 8"/>
            <p:cNvCxnSpPr>
              <a:endCxn id="20" idx="1"/>
            </p:cNvCxnSpPr>
            <p:nvPr/>
          </p:nvCxnSpPr>
          <p:spPr>
            <a:xfrm>
              <a:off x="4166121" y="2064121"/>
              <a:ext cx="34378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endCxn id="6" idx="1"/>
            </p:cNvCxnSpPr>
            <p:nvPr/>
          </p:nvCxnSpPr>
          <p:spPr>
            <a:xfrm>
              <a:off x="4166121" y="3107532"/>
              <a:ext cx="704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6" idx="3"/>
              <a:endCxn id="20" idx="1"/>
            </p:cNvCxnSpPr>
            <p:nvPr/>
          </p:nvCxnSpPr>
          <p:spPr>
            <a:xfrm flipV="1">
              <a:off x="6707029" y="2064121"/>
              <a:ext cx="896955" cy="104341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7" idx="1"/>
            </p:cNvCxnSpPr>
            <p:nvPr/>
          </p:nvCxnSpPr>
          <p:spPr>
            <a:xfrm>
              <a:off x="4166121" y="4693443"/>
              <a:ext cx="704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731716" y="1636566"/>
              <a:ext cx="211468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Internet connection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3984" y="3657599"/>
              <a:ext cx="1428750" cy="142875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3984" y="1349746"/>
              <a:ext cx="1428750" cy="142875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9174570" y="4422872"/>
              <a:ext cx="1095173" cy="646331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</a:t>
              </a:r>
            </a:p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032734" y="2005898"/>
              <a:ext cx="137088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Spring Boot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Arrow Connector 22"/>
            <p:cNvCxnSpPr>
              <a:stCxn id="20" idx="2"/>
              <a:endCxn id="19" idx="0"/>
            </p:cNvCxnSpPr>
            <p:nvPr/>
          </p:nvCxnSpPr>
          <p:spPr>
            <a:xfrm>
              <a:off x="8318359" y="2778496"/>
              <a:ext cx="0" cy="87910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8" name="Picture 4" descr="Mysql là gì? Những ưu điểm và nhược điểm của Mysql"/>
            <p:cNvPicPr>
              <a:picLocks noChangeAspect="1" noChangeArrowheads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0716" y="3708497"/>
              <a:ext cx="1194923" cy="671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5">
              <a:biLevel thresh="75000"/>
            </a:blip>
            <a:stretch>
              <a:fillRect/>
            </a:stretch>
          </p:blipFill>
          <p:spPr>
            <a:xfrm>
              <a:off x="9041799" y="1706501"/>
              <a:ext cx="1355740" cy="277908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945" y="2430779"/>
              <a:ext cx="1428750" cy="1428750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0818" y="1447727"/>
              <a:ext cx="1428750" cy="1428750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0818" y="3368633"/>
              <a:ext cx="1428750" cy="1428750"/>
            </a:xfrm>
            <a:prstGeom prst="rect">
              <a:avLst/>
            </a:prstGeom>
          </p:spPr>
        </p:pic>
        <p:cxnSp>
          <p:nvCxnSpPr>
            <p:cNvPr id="36" name="Straight Arrow Connector 35"/>
            <p:cNvCxnSpPr>
              <a:stCxn id="32" idx="3"/>
              <a:endCxn id="34" idx="1"/>
            </p:cNvCxnSpPr>
            <p:nvPr/>
          </p:nvCxnSpPr>
          <p:spPr>
            <a:xfrm>
              <a:off x="1719695" y="3145154"/>
              <a:ext cx="681123" cy="93785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32" idx="3"/>
              <a:endCxn id="33" idx="1"/>
            </p:cNvCxnSpPr>
            <p:nvPr/>
          </p:nvCxnSpPr>
          <p:spPr>
            <a:xfrm flipV="1">
              <a:off x="1719695" y="2162102"/>
              <a:ext cx="681123" cy="983052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82154" y="3710700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064264" y="4797383"/>
              <a:ext cx="2101857" cy="646331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Mobile devices</a:t>
              </a:r>
            </a:p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Flutter framework)</a:t>
              </a:r>
              <a:endParaRPr lang="vi-VN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28386" y="957087"/>
              <a:ext cx="1973617" cy="646331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Computers</a:t>
              </a:r>
            </a:p>
            <a:p>
              <a:pPr algn="ctr"/>
              <a:r>
                <a:rPr 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(React framework)</a:t>
              </a:r>
              <a:endParaRPr lang="vi-VN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32" name="Picture 8" descr="Flutter architectural overview"/>
            <p:cNvPicPr>
              <a:picLocks noChangeAspect="1" noChangeArrowheads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9711" y="3914454"/>
              <a:ext cx="465440" cy="46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React (software) - Wikipedia"/>
            <p:cNvPicPr>
              <a:picLocks noChangeAspect="1" noChangeArrowheads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3316" y="1756688"/>
              <a:ext cx="621007" cy="57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/>
            <p:cNvSpPr txBox="1"/>
            <p:nvPr/>
          </p:nvSpPr>
          <p:spPr>
            <a:xfrm>
              <a:off x="1696685" y="564574"/>
              <a:ext cx="106952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CLIENT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34312" y="564574"/>
              <a:ext cx="111267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SERVER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856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/>
          <p:cNvGrpSpPr/>
          <p:nvPr/>
        </p:nvGrpSpPr>
        <p:grpSpPr>
          <a:xfrm>
            <a:off x="-9061" y="12867"/>
            <a:ext cx="12201061" cy="6767750"/>
            <a:chOff x="-9061" y="12867"/>
            <a:chExt cx="12201061" cy="676775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945" y="2430779"/>
              <a:ext cx="1428750" cy="142875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91" t="13891" r="13891" b="13891"/>
            <a:stretch/>
          </p:blipFill>
          <p:spPr>
            <a:xfrm>
              <a:off x="419921" y="15638"/>
              <a:ext cx="1031818" cy="103181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97" t="13697" r="13697" b="13697"/>
            <a:stretch/>
          </p:blipFill>
          <p:spPr>
            <a:xfrm>
              <a:off x="10078278" y="12867"/>
              <a:ext cx="1037360" cy="103736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043" y="5151812"/>
              <a:ext cx="1428750" cy="142875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2825" y="5151812"/>
              <a:ext cx="1428750" cy="142875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4035" y="2430779"/>
              <a:ext cx="1428750" cy="1428750"/>
            </a:xfrm>
            <a:prstGeom prst="rect">
              <a:avLst/>
            </a:prstGeom>
          </p:spPr>
        </p:pic>
        <p:grpSp>
          <p:nvGrpSpPr>
            <p:cNvPr id="10" name="Group 9"/>
            <p:cNvGrpSpPr/>
            <p:nvPr/>
          </p:nvGrpSpPr>
          <p:grpSpPr>
            <a:xfrm>
              <a:off x="1647822" y="2392158"/>
              <a:ext cx="752996" cy="752996"/>
              <a:chOff x="2400818" y="1447727"/>
              <a:chExt cx="1428750" cy="142875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1447727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9" name="Picture 10" descr="React (software) - Wikipedia"/>
              <p:cNvPicPr>
                <a:picLocks noChangeAspect="1" noChangeArrowheads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3316" y="1756688"/>
                <a:ext cx="621007" cy="572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" name="Group 12"/>
            <p:cNvGrpSpPr/>
            <p:nvPr/>
          </p:nvGrpSpPr>
          <p:grpSpPr>
            <a:xfrm>
              <a:off x="1708701" y="3145154"/>
              <a:ext cx="629789" cy="629789"/>
              <a:chOff x="2400818" y="3368633"/>
              <a:chExt cx="1428750" cy="1428750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3368633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12" name="Picture 8" descr="Flutter architectural overview"/>
              <p:cNvPicPr>
                <a:picLocks noChangeAspect="1" noChangeArrowheads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9711" y="3914454"/>
                <a:ext cx="465440" cy="4654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TextBox 13"/>
            <p:cNvSpPr txBox="1"/>
            <p:nvPr/>
          </p:nvSpPr>
          <p:spPr>
            <a:xfrm>
              <a:off x="543494" y="3695311"/>
              <a:ext cx="923651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Guests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6296" y="1045867"/>
              <a:ext cx="1039067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Admins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976161" y="1045867"/>
              <a:ext cx="3215839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Admission Council Officials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9061" y="6380507"/>
              <a:ext cx="3114955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Secondary School Officials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546696" y="6380507"/>
              <a:ext cx="2501006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School Officials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619183" y="3695311"/>
              <a:ext cx="1138453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Students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9916644" y="2392158"/>
              <a:ext cx="752996" cy="752996"/>
              <a:chOff x="2400818" y="1447727"/>
              <a:chExt cx="1428750" cy="1428750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1447727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22" name="Picture 10" descr="React (software) - Wikipedia"/>
              <p:cNvPicPr>
                <a:picLocks noChangeAspect="1" noChangeArrowheads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3316" y="1756688"/>
                <a:ext cx="621007" cy="572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3" name="Group 22"/>
            <p:cNvGrpSpPr/>
            <p:nvPr/>
          </p:nvGrpSpPr>
          <p:grpSpPr>
            <a:xfrm>
              <a:off x="9977523" y="3145154"/>
              <a:ext cx="629789" cy="629789"/>
              <a:chOff x="2400818" y="3368633"/>
              <a:chExt cx="1428750" cy="1428750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3368633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25" name="Picture 8" descr="Flutter architectural overview"/>
              <p:cNvPicPr>
                <a:picLocks noChangeAspect="1" noChangeArrowheads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9711" y="3914454"/>
                <a:ext cx="465440" cy="4654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6" name="Group 25"/>
            <p:cNvGrpSpPr/>
            <p:nvPr/>
          </p:nvGrpSpPr>
          <p:grpSpPr>
            <a:xfrm>
              <a:off x="1434245" y="208761"/>
              <a:ext cx="752996" cy="752996"/>
              <a:chOff x="2400818" y="1447727"/>
              <a:chExt cx="1428750" cy="1428750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1447727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28" name="Picture 10" descr="React (software) - Wikipedia"/>
              <p:cNvPicPr>
                <a:picLocks noChangeAspect="1" noChangeArrowheads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3316" y="1756688"/>
                <a:ext cx="621007" cy="572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338617" y="208761"/>
              <a:ext cx="752996" cy="752996"/>
              <a:chOff x="2400818" y="1447727"/>
              <a:chExt cx="1428750" cy="1428750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1447727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31" name="Picture 10" descr="React (software) - Wikipedia"/>
              <p:cNvPicPr>
                <a:picLocks noChangeAspect="1" noChangeArrowheads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3316" y="1756688"/>
                <a:ext cx="621007" cy="572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2" name="Group 31"/>
            <p:cNvGrpSpPr/>
            <p:nvPr/>
          </p:nvGrpSpPr>
          <p:grpSpPr>
            <a:xfrm>
              <a:off x="9538859" y="5489689"/>
              <a:ext cx="752996" cy="752996"/>
              <a:chOff x="2400818" y="1447727"/>
              <a:chExt cx="1428750" cy="1428750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1447727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34" name="Picture 10" descr="React (software) - Wikipedia"/>
              <p:cNvPicPr>
                <a:picLocks noChangeAspect="1" noChangeArrowheads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3316" y="1756688"/>
                <a:ext cx="621007" cy="572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5" name="Group 34"/>
            <p:cNvGrpSpPr/>
            <p:nvPr/>
          </p:nvGrpSpPr>
          <p:grpSpPr>
            <a:xfrm>
              <a:off x="2046109" y="5489689"/>
              <a:ext cx="752996" cy="752996"/>
              <a:chOff x="2400818" y="1447727"/>
              <a:chExt cx="1428750" cy="1428750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0818" y="1447727"/>
                <a:ext cx="1428750" cy="1428750"/>
              </a:xfrm>
              <a:prstGeom prst="rect">
                <a:avLst/>
              </a:prstGeom>
            </p:spPr>
          </p:pic>
          <p:pic>
            <p:nvPicPr>
              <p:cNvPr id="37" name="Picture 10" descr="React (software) - Wikipedia"/>
              <p:cNvPicPr>
                <a:picLocks noChangeAspect="1" noChangeArrowheads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3316" y="1756688"/>
                <a:ext cx="621007" cy="572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5186" y="2705816"/>
              <a:ext cx="981810" cy="981810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8">
              <a:biLevel thresh="75000"/>
            </a:blip>
            <a:stretch>
              <a:fillRect/>
            </a:stretch>
          </p:blipFill>
          <p:spPr>
            <a:xfrm>
              <a:off x="4677786" y="3657790"/>
              <a:ext cx="1355740" cy="277908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4613302" y="2317344"/>
              <a:ext cx="2751775" cy="19221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642860" y="2370324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Server</a:t>
              </a:r>
              <a:endPara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6114" y="2704826"/>
              <a:ext cx="982800" cy="982800"/>
            </a:xfrm>
            <a:prstGeom prst="rect">
              <a:avLst/>
            </a:prstGeom>
          </p:spPr>
        </p:pic>
        <p:pic>
          <p:nvPicPr>
            <p:cNvPr id="43" name="Picture 4" descr="Mysql là gì? Những ưu điểm và nhược điểm của Mysql"/>
            <p:cNvPicPr>
              <a:picLocks noChangeAspect="1" noChangeArrowheads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9064" y="3657790"/>
              <a:ext cx="876900" cy="492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1" name="Group 60"/>
            <p:cNvGrpSpPr/>
            <p:nvPr/>
          </p:nvGrpSpPr>
          <p:grpSpPr>
            <a:xfrm>
              <a:off x="2517197" y="3196226"/>
              <a:ext cx="2096105" cy="479125"/>
              <a:chOff x="2517197" y="3196226"/>
              <a:chExt cx="2096105" cy="479125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>
                <a:off x="2517197" y="3196226"/>
                <a:ext cx="209610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>
                <a:off x="2517197" y="3675351"/>
                <a:ext cx="209610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/>
          </p:nvGrpSpPr>
          <p:grpSpPr>
            <a:xfrm>
              <a:off x="7354664" y="3196226"/>
              <a:ext cx="2106518" cy="479125"/>
              <a:chOff x="7354664" y="3196226"/>
              <a:chExt cx="2106518" cy="479125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>
                <a:off x="7365077" y="3675351"/>
                <a:ext cx="209610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 flipH="1">
                <a:off x="7354664" y="3196226"/>
                <a:ext cx="209610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/>
            <p:cNvGrpSpPr/>
            <p:nvPr/>
          </p:nvGrpSpPr>
          <p:grpSpPr>
            <a:xfrm>
              <a:off x="2258314" y="440575"/>
              <a:ext cx="2767030" cy="2164732"/>
              <a:chOff x="2258314" y="440575"/>
              <a:chExt cx="2767030" cy="2164732"/>
            </a:xfrm>
          </p:grpSpPr>
          <p:cxnSp>
            <p:nvCxnSpPr>
              <p:cNvPr id="50" name="Straight Arrow Connector 49"/>
              <p:cNvCxnSpPr/>
              <p:nvPr/>
            </p:nvCxnSpPr>
            <p:spPr>
              <a:xfrm>
                <a:off x="2351259" y="440575"/>
                <a:ext cx="2674085" cy="187676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 flipH="1" flipV="1">
                <a:off x="2258314" y="952492"/>
                <a:ext cx="2354988" cy="16528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/>
            <p:cNvGrpSpPr/>
            <p:nvPr/>
          </p:nvGrpSpPr>
          <p:grpSpPr>
            <a:xfrm flipV="1">
              <a:off x="6846582" y="808511"/>
              <a:ext cx="2172396" cy="1706658"/>
              <a:chOff x="6431601" y="749947"/>
              <a:chExt cx="2172396" cy="1706658"/>
            </a:xfrm>
          </p:grpSpPr>
          <p:cxnSp>
            <p:nvCxnSpPr>
              <p:cNvPr id="54" name="Straight Arrow Connector 53"/>
              <p:cNvCxnSpPr/>
              <p:nvPr/>
            </p:nvCxnSpPr>
            <p:spPr>
              <a:xfrm>
                <a:off x="6965351" y="749947"/>
                <a:ext cx="1638646" cy="11500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H="1" flipV="1">
                <a:off x="6431601" y="952492"/>
                <a:ext cx="2143112" cy="150411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/>
          </p:nvGrpSpPr>
          <p:grpSpPr>
            <a:xfrm flipV="1">
              <a:off x="2797658" y="4080032"/>
              <a:ext cx="2235939" cy="2063089"/>
              <a:chOff x="2258315" y="440575"/>
              <a:chExt cx="2767029" cy="2063089"/>
            </a:xfrm>
          </p:grpSpPr>
          <p:cxnSp>
            <p:nvCxnSpPr>
              <p:cNvPr id="64" name="Straight Arrow Connector 63"/>
              <p:cNvCxnSpPr/>
              <p:nvPr/>
            </p:nvCxnSpPr>
            <p:spPr>
              <a:xfrm>
                <a:off x="2351259" y="440575"/>
                <a:ext cx="2674085" cy="187676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/>
              <p:nvPr/>
            </p:nvCxnSpPr>
            <p:spPr>
              <a:xfrm flipH="1" flipV="1">
                <a:off x="2258315" y="952492"/>
                <a:ext cx="2210161" cy="15511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/>
            <p:cNvGrpSpPr/>
            <p:nvPr/>
          </p:nvGrpSpPr>
          <p:grpSpPr>
            <a:xfrm flipH="1" flipV="1">
              <a:off x="6919975" y="4053171"/>
              <a:ext cx="2235939" cy="2063089"/>
              <a:chOff x="2258315" y="440575"/>
              <a:chExt cx="2767029" cy="2063089"/>
            </a:xfrm>
          </p:grpSpPr>
          <p:cxnSp>
            <p:nvCxnSpPr>
              <p:cNvPr id="68" name="Straight Arrow Connector 67"/>
              <p:cNvCxnSpPr/>
              <p:nvPr/>
            </p:nvCxnSpPr>
            <p:spPr>
              <a:xfrm>
                <a:off x="2351259" y="440575"/>
                <a:ext cx="2674085" cy="187676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 flipH="1" flipV="1">
                <a:off x="2258315" y="952492"/>
                <a:ext cx="2210161" cy="15511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/>
            <p:cNvSpPr txBox="1"/>
            <p:nvPr/>
          </p:nvSpPr>
          <p:spPr>
            <a:xfrm>
              <a:off x="2631771" y="2579732"/>
              <a:ext cx="19415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Get admission info</a:t>
              </a:r>
            </a:p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result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662120" y="3327087"/>
              <a:ext cx="17940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 information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268910" y="828324"/>
              <a:ext cx="1986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Managing accounts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548416" y="1561438"/>
              <a:ext cx="1794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 information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889761" y="4611870"/>
              <a:ext cx="1794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 information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456785" y="3329265"/>
              <a:ext cx="1794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 information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239827" y="4521622"/>
              <a:ext cx="1794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 information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137192" y="1852918"/>
              <a:ext cx="1794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 information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173002" y="853191"/>
              <a:ext cx="2409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Managing results, states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130623" y="5166523"/>
              <a:ext cx="20827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Managing students, candidates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754388" y="5204736"/>
              <a:ext cx="2082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Managing students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501012" y="2579732"/>
              <a:ext cx="18262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Get student’s info</a:t>
              </a:r>
            </a:p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Watch the result</a:t>
              </a:r>
              <a:endParaRPr lang="vi-V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047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72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2025-11-22T01:54:25Z</dcterms:created>
  <dcterms:modified xsi:type="dcterms:W3CDTF">2025-12-18T03:19:25Z</dcterms:modified>
</cp:coreProperties>
</file>